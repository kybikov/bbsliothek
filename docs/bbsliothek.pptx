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BBSliothek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640080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Lernmaterialverwaltung für die BBS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999232"/>
            <a:ext cx="22860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Bogdan Szovga  ·  [Name Person 2]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bbsliothek.dev  ·  Juni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36576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BBSliothek?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0" y="4846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44168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2344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/ E-Mail / Laufwerk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58191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Materialien liegen überall verteilt — keine zentrale Ablage.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3317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Versionskontrolle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6791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hat was geändert? Welche Version ist aktuell?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38728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4290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Feedback-System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" y="3776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Schüler und Lehrer haben keine Möglichkeit, Materialien zu kommentieren.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36576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Womit haben wir es gebaut?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0" y="4846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560320" cy="2560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Programmiersprache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560320" cy="2560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572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GUI-Framework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2560320" cy="2560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572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6364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36576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Flet?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0" y="4846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Code  →  Desktop + Web + Mobile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039112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65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Mac / Linux Desktop-App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569464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963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Webbrowser – auch vom Handy erreichbar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099816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266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in Python – keine neue Sprache lernen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630168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5701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– modernes, sauberes Aussehen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160520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873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Universell: eine Plattform für jeden Anwendungsfall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36576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Datenbankstruktur – 6 Tabellen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0" y="4846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4173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4173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05740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574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material_versionen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205740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0574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themengebiete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205740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0574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kommentare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2834640"/>
            <a:ext cx="8138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0779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Dateien &lt; 1 MB → BLOB direkt in der Datenbank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337560"/>
            <a:ext cx="8138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1071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Dateien ≥ 1 MB → Dateisystem, nur Pfad in DB gespeichert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3840480"/>
            <a:ext cx="8138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136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Versionierung: jede neue Datei = neuer Versionseintrag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36576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Systemarchitektur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0" y="4846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80160" y="1188720"/>
            <a:ext cx="2011680" cy="457200"/>
          </a:xfrm>
          <a:prstGeom prst="rect">
            <a:avLst/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1645920" cy="457200"/>
          </a:xfrm>
          <a:prstGeom prst="rect">
            <a:avLst/>
          </a:prstGeom>
          <a:solidFill>
            <a:srgbClr val="3B82F6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Flet GUI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1920240"/>
            <a:ext cx="1645920" cy="457200"/>
          </a:xfrm>
          <a:prstGeom prst="rect">
            <a:avLst/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743200"/>
            <a:ext cx="2377440" cy="457200"/>
          </a:xfrm>
          <a:prstGeom prst="rect">
            <a:avLst/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datenbank.py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80160" y="3566160"/>
            <a:ext cx="2011680" cy="457200"/>
          </a:xfrm>
          <a:prstGeom prst="rect">
            <a:avLst/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Server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94560" y="1664208"/>
            <a:ext cx="0" cy="22860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4440" y="2404872"/>
            <a:ext cx="0" cy="22860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2404872"/>
            <a:ext cx="0" cy="22860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3218688"/>
            <a:ext cx="0" cy="22860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48840" y="2148840"/>
            <a:ext cx="22860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417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17099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Grafische Oberfläche mit Flet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258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konsole.py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5511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Konsolen-Interface (Terminal)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0998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datenbank.py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3924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Datenbanklogik – von beiden genutzt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9410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4233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werden auf dem Linux-Server gespeichert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1188720"/>
            <a:ext cx="0" cy="32004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FUNKTIONEN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36576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&amp; Benutzerverwaltung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0" y="4846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8138160" cy="69494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Anmeldung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6276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Benutzername + Passwort, Enter-Taste löst Login aus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176272"/>
            <a:ext cx="8138160" cy="69494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67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Fehlermeldung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52374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falschen Daten erscheint eine klare Rückmeldung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072384"/>
            <a:ext cx="8138160" cy="69494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63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Rollen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41985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Lehrkraft und Auszubildende – unterschiedliche Rechte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968496"/>
            <a:ext cx="8138160" cy="69494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059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Username-Schema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3159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generiert: m.hoffmann für Mia Hoffmann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FUNKTIONEN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36576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Materialien &amp; Suche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0" y="4846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36576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1188720"/>
            <a:ext cx="164592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188720"/>
            <a:ext cx="54864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188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63240" y="1188720"/>
            <a:ext cx="128016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188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1188720"/>
            <a:ext cx="109728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0680" y="1188720"/>
            <a:ext cx="36576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06440" y="1188720"/>
            <a:ext cx="64008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188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Größe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1188720"/>
            <a:ext cx="109728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Aktionen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1508760"/>
            <a:ext cx="365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15087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8680" y="1508760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1508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Grundlagen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14600" y="1508760"/>
            <a:ext cx="548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15087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.pdf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63240" y="1508760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63240" y="15087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43400" y="1508760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1508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Hoffmann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40680" y="1508760"/>
            <a:ext cx="365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15087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06440" y="1508760"/>
            <a:ext cx="640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6440" y="15087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 KB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46520" y="1508760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1508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↑  ✕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1856232"/>
            <a:ext cx="36576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18562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68680" y="1856232"/>
            <a:ext cx="164592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18562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Übungen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514600" y="1856232"/>
            <a:ext cx="5486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185623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.docx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063240" y="1856232"/>
            <a:ext cx="128016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63240" y="18562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343400" y="1856232"/>
            <a:ext cx="109728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43400" y="18562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Becker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40680" y="1856232"/>
            <a:ext cx="36576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40680" y="18562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806440" y="1856232"/>
            <a:ext cx="64008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06440" y="18562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KB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46520" y="1856232"/>
            <a:ext cx="109728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46520" y="18562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↑  ✕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48640" y="2560320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4672" y="24688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nach Titel, Dateityp und Autor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48640" y="3154680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4672" y="30632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Aktionen pro Material: Herunterladen · Neue Version · Löschen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48640" y="3749040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4672" y="36576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Zeigt Versionsnummer und Dateigröße direkt in der Tabelle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FUNKTIONEN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36576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&amp; Versionierung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0" y="4846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1645920" cy="822960"/>
          </a:xfrm>
          <a:prstGeom prst="rect">
            <a:avLst/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60320" y="1828800"/>
            <a:ext cx="9144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417320"/>
            <a:ext cx="1645920" cy="822960"/>
          </a:xfrm>
          <a:prstGeom prst="rect">
            <a:avLst/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417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120640" y="1828800"/>
            <a:ext cx="9144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417320"/>
            <a:ext cx="1645920" cy="822960"/>
          </a:xfrm>
          <a:prstGeom prst="rect">
            <a:avLst/>
          </a:prstGeom>
          <a:solidFill>
            <a:srgbClr val="3B82F6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417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 Material-ID · neue Versionsnummer · alte Version bleibt erhalten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926080"/>
            <a:ext cx="8138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154680"/>
            <a:ext cx="3840480" cy="1463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91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MB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BLOB direkt in der Datenbank gespeichert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154680"/>
            <a:ext cx="3840480" cy="1463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291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 MB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0916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Dateisystem gespeichert, nur Pfad in der DB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FUNKTIONEN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36576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Kommentare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0" y="4846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3931920" cy="1371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80160"/>
            <a:ext cx="54864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4813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auswählen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" y="1874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mit allen verfügbaren Materialien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280160"/>
            <a:ext cx="3931920" cy="1371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280160"/>
            <a:ext cx="54864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01768" y="14813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Kommentare anzeigen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01768" y="1874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Autor, Datum und vollständigem Text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880360"/>
            <a:ext cx="3931920" cy="1371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880360"/>
            <a:ext cx="54864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0815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Neuen Kommentar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" y="3474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Freitextfeld, mehrzeilig, direkt abschicken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2880360"/>
            <a:ext cx="3931920" cy="13716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880360"/>
            <a:ext cx="54864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30815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Bearbeiten &amp; Löschen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01768" y="3474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Kommentare können nachträglich geändert werden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DATENBANK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36576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Standardabfragen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0" y="4846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 Materialien pro Themengebiet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8138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2821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72821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Durchschnittliche Dateigröße je Thema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093976"/>
            <a:ext cx="8138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219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22199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Materialien mit Autoren (Inner Join)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587752"/>
            <a:ext cx="8138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157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71576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Kommentare mit Material und Autor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081528"/>
            <a:ext cx="8138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095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20954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Materialien pro Autor mit Rolle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575304"/>
            <a:ext cx="8138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033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70332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Materialien mit Thema und Version (2× Join)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4069080"/>
            <a:ext cx="8138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1970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419709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 Übersicht (mehrere Joins)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36576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Konsolen-Interface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0" y="4846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029200" cy="356616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88720"/>
            <a:ext cx="5029200" cy="320040"/>
          </a:xfrm>
          <a:prstGeom prst="rect">
            <a:avLst/>
          </a:prstGeom>
          <a:solidFill>
            <a:srgbClr val="2D2D2D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BBSliothek – Terminal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57276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BBSliothek - Lernmaterialverwaltung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77393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9751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BBSliothek - Anmelden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1762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Benutzername: m.hoffmann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Passwort: ********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57860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Angemeldet als: Mia Hoffmann (Lehrkraft)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77977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98094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BBSliothek - Hauptmenü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18211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Moin Chef Mia!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338328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Materialien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35844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Themengebiete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78561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Benutzer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98678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Kommentare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418795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Beenden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52160" y="1508760"/>
            <a:ext cx="18288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417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 Alternative zur GUI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52160" y="2148840"/>
            <a:ext cx="18288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057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mit 3 Versuchen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52160" y="2788920"/>
            <a:ext cx="18288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697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Materialien: Upload, Download, Löschen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52160" y="3429000"/>
            <a:ext cx="18288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3337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Themen, Benutzer, Kommentare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52160" y="4069080"/>
            <a:ext cx="18288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977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Nutzt exakt dieselbe datenbank.py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36576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Linux-Server &amp; .dev-Domain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0" y="4846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3840480" cy="530352"/>
          </a:xfrm>
          <a:prstGeom prst="rect">
            <a:avLst/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430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2527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Öffentlich erreichbar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45920" y="1673352"/>
            <a:ext cx="0" cy="201168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874520"/>
            <a:ext cx="3840480" cy="530352"/>
          </a:xfrm>
          <a:prstGeom prst="rect">
            <a:avLst/>
          </a:prstGeom>
          <a:solidFill>
            <a:srgbClr val="3B82F6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745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bbsliothek.dev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19842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.dev-Domain (HTTPS)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0" y="2404872"/>
            <a:ext cx="0" cy="201168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606040"/>
            <a:ext cx="3840480" cy="530352"/>
          </a:xfrm>
          <a:prstGeom prst="rect">
            <a:avLst/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6060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Linux-Server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27157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645920" y="3136392"/>
            <a:ext cx="0" cy="201168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337560"/>
            <a:ext cx="3840480" cy="530352"/>
          </a:xfrm>
          <a:prstGeom prst="rect">
            <a:avLst/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3375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Flet Web-App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54880" y="3447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main.py --web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645920" y="3867912"/>
            <a:ext cx="0" cy="201168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069080"/>
            <a:ext cx="3840480" cy="530352"/>
          </a:xfrm>
          <a:prstGeom prst="rect">
            <a:avLst/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0690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Datenbank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54880" y="4178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auf dem Server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bbsliothek.dev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27432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 m.hoffmann  /  lehrer123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im Browser öffnen →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36576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haben wir gelernt?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0" y="4846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MySQL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27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Datenbankanbindung, Abfragen, Transaktionen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54864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280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Flet GUI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627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Ereignisgesteuerte Desktop- und Web-Entwicklung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280160"/>
            <a:ext cx="54864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Datenbankdesign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7249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ERD, Normalisierung, Views, Indizes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377440"/>
            <a:ext cx="54864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27249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Aggregationen, parametrisierte Abfragen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2377440"/>
            <a:ext cx="54864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74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&amp; Deployment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822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Server-Setup, Domain, Web-Modus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474720"/>
            <a:ext cx="54864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474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3822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Versionsverwaltung im Team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3474720"/>
            <a:ext cx="54864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Danke für Ihre Aufmerksamkeit.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Haben Sie Fragen?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bbsliothek.dev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Bogdan Szovga  ·  [Name Person 2]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BBSliothek – Lernmaterialverwaltung</dc:title>
  <dc:subject>PptxGenJS Presentation</dc:subject>
  <dc:creator>PptxGenJS</dc:creator>
  <cp:lastModifiedBy>PptxGenJS</cp:lastModifiedBy>
  <cp:revision>1</cp:revision>
  <dcterms:created xsi:type="dcterms:W3CDTF">2026-06-16T13:26:34Z</dcterms:created>
  <dcterms:modified xsi:type="dcterms:W3CDTF">2026-06-16T13:26:34Z</dcterms:modified>
</cp:coreProperties>
</file>